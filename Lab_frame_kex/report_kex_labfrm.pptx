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FA0D2-4BAF-44A2-9C29-4A19A4477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F4ABD-8F07-49E3-9714-962B6B9BE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F550E-DEA7-4FBB-91F9-48A8F7FC3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5F7C-0414-49A8-A37E-1949459EC5D3}" type="datetimeFigureOut">
              <a:rPr lang="it-IT" smtClean="0"/>
              <a:t>09/12/2024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E7EAD-BB63-41FA-84DB-F16CA693C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5AA32-EE56-44AC-BCFC-D16F0734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A3D4-A0BB-4A21-8C13-FB6E4E457F1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435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5CDE9-F073-4644-B10B-14F85DD85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DB2EA-AF8D-4F2A-8F24-4441B5B7D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44D4A-ED69-448E-B746-54E1E3E85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5F7C-0414-49A8-A37E-1949459EC5D3}" type="datetimeFigureOut">
              <a:rPr lang="it-IT" smtClean="0"/>
              <a:t>09/12/2024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18360-2DDA-45E9-8F28-BA47D84BC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67CC3-B3E6-439A-B01C-A3FF209F6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A3D4-A0BB-4A21-8C13-FB6E4E457F1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1207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547A-FA56-4CE2-B1D4-65957DB8C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C49A0-CCFE-481E-A7C6-F426113A9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E1D1F-5330-4A72-91A7-F56158D28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5F7C-0414-49A8-A37E-1949459EC5D3}" type="datetimeFigureOut">
              <a:rPr lang="it-IT" smtClean="0"/>
              <a:t>09/12/2024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3535E-2B9D-478C-98C2-C3706136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0B75E-0973-490D-9E24-D0CAC1A4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A3D4-A0BB-4A21-8C13-FB6E4E457F1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5350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6ACB-F67F-4F62-8F25-0F7492B3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835F4-E472-441C-8DF8-F49ED4076C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FFDCC-14FC-4FA6-8512-8D4DFCE83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DA3E8-57BC-4FDA-96BA-BBDA7382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5F7C-0414-49A8-A37E-1949459EC5D3}" type="datetimeFigureOut">
              <a:rPr lang="it-IT" smtClean="0"/>
              <a:t>09/12/2024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80003-C22B-41DE-91B1-8CC62AA44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3AF4C-A65D-4781-9352-338D8A7D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A3D4-A0BB-4A21-8C13-FB6E4E457F1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1948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85F1-427C-4740-90C4-0151D7C87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18B3E-67D9-42DD-A5DF-DA6208AE4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51FEA-E5D8-4CAA-A6F6-3BDEEDD87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99D9B-D6C3-4363-A0DF-CBAC2F9A32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6D8E0-A6C4-443D-BFDA-31B162FAF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0E1027-0AE7-44C1-8810-5DB8D4594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5F7C-0414-49A8-A37E-1949459EC5D3}" type="datetimeFigureOut">
              <a:rPr lang="it-IT" smtClean="0"/>
              <a:t>09/12/2024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CCBAAE-D451-4CBB-BF28-5FD2C7278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1505C-3CF4-4EE0-9ABB-0DD357125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A3D4-A0BB-4A21-8C13-FB6E4E457F1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508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532EE-A5ED-4816-9F35-4B609F427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E222B7-995D-470B-9E9F-56C42F9F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5F7C-0414-49A8-A37E-1949459EC5D3}" type="datetimeFigureOut">
              <a:rPr lang="it-IT" smtClean="0"/>
              <a:t>09/12/2024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4F646-3997-42EE-BB0D-3E059864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48405-5412-4D22-BEFC-0BF2A0CD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A3D4-A0BB-4A21-8C13-FB6E4E457F1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171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0AC84E-2BCF-4A37-9D01-2F78F330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5F7C-0414-49A8-A37E-1949459EC5D3}" type="datetimeFigureOut">
              <a:rPr lang="it-IT" smtClean="0"/>
              <a:t>09/12/2024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61F96E-32F9-4326-BA1B-AA604C6A0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88E34-E25E-4A99-A5D1-4123E4EB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A3D4-A0BB-4A21-8C13-FB6E4E457F1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8571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6C236-E907-463A-A66D-673FE5FC7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6959E-A25D-462E-A2E8-64A1FC6CF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10999-E8CB-4509-93FB-8416A8FFC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8B5EC-BBEC-45EF-83D1-49594BB5D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5F7C-0414-49A8-A37E-1949459EC5D3}" type="datetimeFigureOut">
              <a:rPr lang="it-IT" smtClean="0"/>
              <a:t>09/12/2024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B8C00-54D2-4A06-92B4-FFEE2D29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6FD19-C29D-4C38-928C-B0811456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A3D4-A0BB-4A21-8C13-FB6E4E457F1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8040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4F3D2-63EC-449B-962C-DF3E895A8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AFA2E-F679-47EA-9F29-8FC6539BF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CA329-F95D-4E4B-A1B8-5EE2D9233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3601C-3F03-4173-AFFE-7867D3B8A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5F7C-0414-49A8-A37E-1949459EC5D3}" type="datetimeFigureOut">
              <a:rPr lang="it-IT" smtClean="0"/>
              <a:t>09/12/2024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B81D3-8B00-438B-BA4A-23DCA4107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32F7E-0223-4205-89A7-819406455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A3D4-A0BB-4A21-8C13-FB6E4E457F1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418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3D146-F2DE-4DF6-8BA1-F57FCCA0B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CAADF-F0A5-43DB-96C2-534B09EE6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E783E-99D5-4617-AB81-39135CDBE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5F7C-0414-49A8-A37E-1949459EC5D3}" type="datetimeFigureOut">
              <a:rPr lang="it-IT" smtClean="0"/>
              <a:t>09/12/2024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0C2AB-8E76-4DCA-91BF-DC80D5BE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2F7BA-33B8-49F7-BD3E-5504A90A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A3D4-A0BB-4A21-8C13-FB6E4E457F1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035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06EEC5-1DD1-4BCB-BE76-358DF41D4F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DB66E-6B8F-46CE-A423-7131B1DA5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109E6-C367-46D5-8309-6B345832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5F7C-0414-49A8-A37E-1949459EC5D3}" type="datetimeFigureOut">
              <a:rPr lang="it-IT" smtClean="0"/>
              <a:t>09/12/2024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FE910-E1F8-4D26-9F53-FA6625EAD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78B97-54FC-4D1D-8D7A-40ACAA86B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A3D4-A0BB-4A21-8C13-FB6E4E457F1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5616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A61D5-C2B9-4F9E-9340-1F4CC5FA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49325-AF8B-4A3B-9202-9DB9D1843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0D341-4802-4B50-BA0B-7AB6EC8413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35F7C-0414-49A8-A37E-1949459EC5D3}" type="datetimeFigureOut">
              <a:rPr lang="it-IT" smtClean="0"/>
              <a:t>09/12/2024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6E2F5-09EA-45F7-AA10-FC8A65A3A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99A33-F634-4DC7-8311-58D79734D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7A3D4-A0BB-4A21-8C13-FB6E4E457F1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1625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44478F-82FF-4A66-8210-11FBF9F383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068"/>
          <a:stretch/>
        </p:blipFill>
        <p:spPr>
          <a:xfrm>
            <a:off x="205914" y="611101"/>
            <a:ext cx="3660408" cy="29550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A3FDC0-88EE-419E-A997-792F37589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274" y="600564"/>
            <a:ext cx="3441743" cy="29656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34E02C-6E44-4906-A711-92E49496A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62" y="3705651"/>
            <a:ext cx="3382312" cy="29550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1564FE-3723-4304-9D41-68B5C3A4E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357" y="3702449"/>
            <a:ext cx="3660409" cy="29886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0FB04D-4FAC-4426-9A15-4ECF808745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2556" y="600564"/>
            <a:ext cx="3441743" cy="29279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7723C5-B420-41A8-889A-81D8294657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9085" y="3744777"/>
            <a:ext cx="3521201" cy="29039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0EC6EE-3FB1-4F33-BEE9-C004EA753092}"/>
              </a:ext>
            </a:extLst>
          </p:cNvPr>
          <p:cNvSpPr txBox="1"/>
          <p:nvPr/>
        </p:nvSpPr>
        <p:spPr>
          <a:xfrm>
            <a:off x="1659835" y="172031"/>
            <a:ext cx="1289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T1 filter </a:t>
            </a:r>
            <a:endParaRPr lang="it-I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F3ECC3-D4D5-47B1-AC83-B4B4FA6816E0}"/>
              </a:ext>
            </a:extLst>
          </p:cNvPr>
          <p:cNvSpPr txBox="1"/>
          <p:nvPr/>
        </p:nvSpPr>
        <p:spPr>
          <a:xfrm>
            <a:off x="5320748" y="190011"/>
            <a:ext cx="966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T1 filter </a:t>
            </a:r>
            <a:endParaRPr lang="it-IT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551BCB-4F54-4609-AC35-CB19DB10A43E}"/>
              </a:ext>
            </a:extLst>
          </p:cNvPr>
          <p:cNvSpPr txBox="1"/>
          <p:nvPr/>
        </p:nvSpPr>
        <p:spPr>
          <a:xfrm>
            <a:off x="9051235" y="189232"/>
            <a:ext cx="966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T1 filter </a:t>
            </a:r>
            <a:endParaRPr lang="it-IT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EEF560-64A4-41D4-AA5B-5197914183F7}"/>
              </a:ext>
            </a:extLst>
          </p:cNvPr>
          <p:cNvSpPr txBox="1"/>
          <p:nvPr/>
        </p:nvSpPr>
        <p:spPr>
          <a:xfrm>
            <a:off x="11211339" y="1743746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</a:t>
            </a:r>
            <a:r>
              <a:rPr lang="en-US" dirty="0" err="1"/>
              <a:t>dec</a:t>
            </a:r>
            <a:endParaRPr lang="it-IT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73C3E4-AABD-481F-8B8C-C5CD5831EF44}"/>
              </a:ext>
            </a:extLst>
          </p:cNvPr>
          <p:cNvSpPr txBox="1"/>
          <p:nvPr/>
        </p:nvSpPr>
        <p:spPr>
          <a:xfrm>
            <a:off x="11330605" y="4998521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dec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0669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D2B59D-9134-49B3-9561-4C5BAA129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7" y="234407"/>
            <a:ext cx="3816626" cy="27246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0E1D70-21FC-48D8-8EAC-66001888B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751" y="242708"/>
            <a:ext cx="3736497" cy="27043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9A4893-A6BE-4DA4-8D14-98ABD91BE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866" y="242708"/>
            <a:ext cx="3816627" cy="27163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91DC87-789B-49A7-8754-A176E07FDC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5" y="3429000"/>
            <a:ext cx="4097081" cy="29231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B0E269-7617-40D9-8106-EC1C37CE0457}"/>
              </a:ext>
            </a:extLst>
          </p:cNvPr>
          <p:cNvSpPr txBox="1"/>
          <p:nvPr/>
        </p:nvSpPr>
        <p:spPr>
          <a:xfrm>
            <a:off x="653588" y="3847610"/>
            <a:ext cx="3511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 antiphase for e.g. 150us </a:t>
            </a:r>
            <a:r>
              <a:rPr lang="en-US" dirty="0" err="1"/>
              <a:t>tmix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5842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Ettore Bartalucci</dc:creator>
  <cp:lastModifiedBy>Ettore Bartalucci</cp:lastModifiedBy>
  <cp:revision>2</cp:revision>
  <dcterms:created xsi:type="dcterms:W3CDTF">2024-12-09T10:42:16Z</dcterms:created>
  <dcterms:modified xsi:type="dcterms:W3CDTF">2024-12-09T10:51:23Z</dcterms:modified>
</cp:coreProperties>
</file>